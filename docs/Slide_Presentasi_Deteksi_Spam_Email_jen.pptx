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04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822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KECERDASAN BUATAN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Machine Learning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Deteksi Spam Email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2377440" cy="4114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Jenifer Magdalena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id-ID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2024606601039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DAN DAMPAK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deteksi spam penting bagi sistem email institusi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66544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mengganggu produktivitas pengguna email.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18104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☠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9260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dapat membawa phishing, penipuan, atau tautan berbahaya.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169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9776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terlalu agresif berisiko menyembunyikan email akademik yang sah.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2212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1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0292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penyaringan awal yang cepat, terukur, dan dapat dipulihkan.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BIDANG AI: MACHINE LEARNING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dirumuskan sebagai klasifikasi biner: spam atau ham.</a:t>
            </a:r>
            <a:endParaRPr lang="en-US" sz="16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belajar dari contoh pesan yang sudah diberi label.</a:t>
            </a:r>
            <a:endParaRPr lang="en-US" sz="16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aturan kata kunci statis, model dapat diperbarui saat pola berubah.</a:t>
            </a:r>
            <a:endParaRPr lang="en-US" sz="16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tetap membutuhkan data berkualitas, evaluasi, dan pengawasan manusia.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0" y="173736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BINER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26060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Masuk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60920" y="38404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D64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64040" y="38404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6404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DAN MASUKAN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berlabel ham/spam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(UCI SMS Spam Collection)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11880" y="132588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3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 UTAMA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subjek dan isi pesan.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132588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3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 OPSIONAL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pengirim, jumlah URL, panjang pesan, dan umpan balik pengguna.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47288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2461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produksi harus sah, diminimalkan, dianonimkan bila diperlukan, serta dibatasi aksesnya.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SOLUSI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0" cy="60350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41732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1417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masuk → ekstraksi teks → sanitasi/minimisasi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0" cy="60350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587752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00200" y="258775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mengubah teks menjadi vektor fitur numerik.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0" cy="60350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758184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00200" y="3758184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menghitung prediksi dan probabilitas spam.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928616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371600" y="4928616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00200" y="4928616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ambang: inbox, tandai mencurigakan, atau karantina.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SISTEM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26517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95728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95728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41648" y="26517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42816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42816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88736" y="26517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9904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9904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35824" y="26517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36992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D64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36992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82912" y="26517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84080" y="26517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78408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/ Tandai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Karantina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pemrosesan dari email masuk hingga keputusan penempatan pesan.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DEMONSTRASI GOOGLE COLAB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dataset CSV dengan kolom label dan message.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774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pipeline: train-test split → TF-IDF → MultinomialNB.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classification report dan confusion matrix.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20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634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satu pesan baru untuk memperoleh label, probabilitas, dan tindakan simulasi.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prediksi benar secara keseluruhan.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pesan yang ditandai spam.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spam yang berhasil ditemukan.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0" y="14173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Keseimbangan precision dan recall.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941064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false positive dan false negative, bukan accuracy saja.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MANFAAT, KETERBATASAN, DAN ETIKA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beban pemilahan manual dan membantu deteksi awal.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8A93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40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SMS Inggris tidak merepresentasikan semua email kampus.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86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positive, bias bahasa, data drift, dan kebocoran isi email.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886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Karantina, pemulihan pesan, minimisasi data, akses berbasis peran, dan audit.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relevan untuk klasifikasi spam email pada sistem informasi.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MultinomialNB adalah baseline yang ringan dan mudah dijelaskan.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perlu dipadukan dengan pengamanan email berlapis dan pengawasan manusia.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913632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42062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notebook, diagram, README, dan dokumentasi proyek.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dengan Machine Learning  | 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547</Words>
  <Application>Microsoft Office PowerPoint</Application>
  <PresentationFormat>Layar Lebar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Jenifer Magdalena</cp:lastModifiedBy>
  <cp:revision>2</cp:revision>
  <dcterms:created xsi:type="dcterms:W3CDTF">2026-09-25T03:11:54Z</dcterms:created>
  <dcterms:modified xsi:type="dcterms:W3CDTF">2026-09-26T15:55:19Z</dcterms:modified>
</cp:coreProperties>
</file>